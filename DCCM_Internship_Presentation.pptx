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108960" cy="310896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INTERNSHIP 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Deadline-Constrained Cost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Minimisation for Cloud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Environments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DCCM Algorithm using CloudSim Plus, JGraphT, and Pegasus Workflows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IILM University  |  Roll No. CS-2341002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Internship, Department of CSE, IIT Patna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Prof. Rajiv Misra, Head of Department, CSE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Scientific Workflows in the Cloud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let scientific workflows lease compute on demand — but scheduling many tasks under a cost budget and a deadline at once is a hard, multi-dimensional problem.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01568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workflow as a DAG of dependent tasks, and a set of heterogeneous VM types, find a task-to-VM assignment that: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total monetary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a user-specified deadline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VM provisioning delay &amp; performance variation</a:t>
            </a:r>
            <a:endParaRPr lang="en-US" sz="1300" dirty="0"/>
          </a:p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workflows with hundreds of tasks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WORKFLOWS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5212080" cy="850392"/>
          </a:xfrm>
          <a:prstGeom prst="roundRect">
            <a:avLst>
              <a:gd name="adj" fmla="val 8602"/>
            </a:avLst>
          </a:prstGeom>
          <a:solidFill>
            <a:srgbClr val="0B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18084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04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imaging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2999232"/>
            <a:ext cx="5212080" cy="850392"/>
          </a:xfrm>
          <a:prstGeom prst="roundRect">
            <a:avLst>
              <a:gd name="adj" fmla="val 8602"/>
            </a:avLst>
          </a:prstGeom>
          <a:solidFill>
            <a:srgbClr val="0B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21411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2141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3072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438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Gravitational-wave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4032504"/>
            <a:ext cx="5212080" cy="850392"/>
          </a:xfrm>
          <a:prstGeom prst="roundRect">
            <a:avLst>
              <a:gd name="adj" fmla="val 8602"/>
            </a:avLst>
          </a:prstGeom>
          <a:solidFill>
            <a:srgbClr val="0B254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424738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247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056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Cybershake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714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hazard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5065776"/>
            <a:ext cx="5212080" cy="850392"/>
          </a:xfrm>
          <a:prstGeom prst="roundRect">
            <a:avLst>
              <a:gd name="adj" fmla="val 8602"/>
            </a:avLst>
          </a:prstGeom>
          <a:solidFill>
            <a:srgbClr val="0B2545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0" y="52806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0" y="52806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5138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Epigenomics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5504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 analysis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IIT Patna Internship  |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DCCM algorithm as proposed by Manam et al. (IEEE Access, 2023).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828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80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DCCM in Java using CloudSim Plus, JGraphT, and the Pegasus workflow generator.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1828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880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HEFT, BDHEFT, and BDAS across 4 workflows and 4 deadline factors.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828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880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simulation results against the findings published in the original paper.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736592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IaaS data centre with six EC2-based VM tiers  •  4 scientific workflows  •  4 deadline factors (DF = 4, 8, 12, 16)  •  workflow sizes from 30–150 tasks  •  evaluated entirely via discrete-event simulation in CloudSim Plus, not on a live cloud platform.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IIT Patna Internship  |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model, graph analysis, scheduler, and simulator interact.</a:t>
            </a:r>
            <a:endParaRPr lang="en-US" sz="1300" dirty="0"/>
          </a:p>
        </p:txBody>
      </p:sp>
      <p:pic>
        <p:nvPicPr>
          <p:cNvPr id="5" name="Image 0" descr="fig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613" y="1627632"/>
            <a:ext cx="8009727" cy="4773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IIT Patna Internship  |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DCCM Algorithm — Three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676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4676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898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82496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upward rank &amp; dependency degree; group by DAG depth.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0248" y="1298448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4676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4676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3898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 Distribution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93208" y="1682496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VM that meets the deadline; slack split across groups.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91856" y="1298448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6448" y="14676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56448" y="14676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814816" y="138988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814816" y="1682496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rank, execute per group, escalate if a sub-deadline is at risk.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331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derivation, from raw inputs through 13 core equations to the scheduling output:</a:t>
            </a:r>
            <a:endParaRPr lang="en-US" sz="1200" dirty="0"/>
          </a:p>
        </p:txBody>
      </p:sp>
      <p:pic>
        <p:nvPicPr>
          <p:cNvPr id="20" name="Image 0" descr="fig_eq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381" y="2697480"/>
            <a:ext cx="6666190" cy="36576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IIT Patna Internship  |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Evaluation Was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824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6824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CloudSim Plus (v8.x), JGraphT (v1.5.x), Pegasus Workflow Generator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95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395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Montage, LIGO, Cybershake, Epigenomics — 4 domains, distinct dependency shapes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11064240" cy="7132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sizes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60, 90, 120, 150 tasks — each run 100× with randomised task/data sizes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221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 factors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8221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4, 8, 12, 16 (lower = tighter, harder-to-meet deadline)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53128"/>
            <a:ext cx="11064240" cy="7132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5354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compared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5354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HEFT, BDHEFT, BDAS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486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52486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(SR), Cost Ratio (MC), Mean Load (ML)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IIT Patna Internship  |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DCCM vs. Baseline Algorithms</a:t>
            </a:r>
            <a:endParaRPr lang="en-US" sz="2800" dirty="0"/>
          </a:p>
        </p:txBody>
      </p:sp>
      <p:pic>
        <p:nvPicPr>
          <p:cNvPr id="4" name="Image 0" descr="fig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794760" cy="2832848"/>
          </a:xfrm>
          <a:prstGeom prst="rect">
            <a:avLst/>
          </a:prstGeom>
        </p:spPr>
      </p:pic>
      <p:pic>
        <p:nvPicPr>
          <p:cNvPr id="5" name="Image 1" descr="fig_c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3794760" cy="3100902"/>
          </a:xfrm>
          <a:prstGeom prst="rect">
            <a:avLst/>
          </a:prstGeom>
        </p:spPr>
      </p:pic>
      <p:pic>
        <p:nvPicPr>
          <p:cNvPr id="6" name="Image 2" descr="fig_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417320"/>
            <a:ext cx="3566160" cy="291710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02920" y="468281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4434840" y="468281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Ratio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229600" y="468281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Load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02920" y="5140014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22960" y="5140014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16–25% </a:t>
            </a:r>
            <a:pPr indent="0" marL="0">
              <a:buNone/>
            </a:pPr>
            <a:r>
              <a:rPr lang="en-US" sz="12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success rate than HEFT/BDHEFT   ·   lowest cost ratio beyond DF &gt; 4   ·   lowest mean load of all methods compared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IIT Patna Internship  |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Delivered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37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DCCM faithfully from the original IEEE Access publication, validated against its published results.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06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that structured task grouping + proportional sub-deadlines + cheapest-VM-first selection outperforms HEFT, BDHEFT, and BDAS.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747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with cloud simulation, DAG-based workflow modelling, and reproducing results from academic literature.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Dual-objective (cost + makespan) optimisation  ·  live IaaS deployment  ·  RL-based adaptive scheduling  ·  multi-cloud extension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Sangal  |  CS-2341002  |  Supervised by Prof. Rajiv Misra, IIT Patna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2026-09-10T10:05:46Z</dcterms:created>
  <dcterms:modified xsi:type="dcterms:W3CDTF">2026-09-10T10:05:46Z</dcterms:modified>
</cp:coreProperties>
</file>